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3480" cy="71316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51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70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852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64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Julho de 2021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852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644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4196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296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5740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 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</a:t>
                      </a: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3" name="Table 2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CustomShape 3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5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0" name="Table 3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693720" y="2670480"/>
            <a:ext cx="1074780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6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8" name="CustomShape 4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2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73" name="CustomShape 3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4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-1080" y="767880"/>
            <a:ext cx="121921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(TRI)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DE ANO (UPPER)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160" y="764280"/>
            <a:ext cx="1218888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41960" y="6570000"/>
            <a:ext cx="1079388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4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AGOSTO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DE 2021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772560" y="2949840"/>
            <a:ext cx="1066896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915840" y="5955480"/>
            <a:ext cx="18882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1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8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REALIZAÇÃO DE OPERAÇÃO LEI SECA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04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6" name="CustomShape 4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909720" y="2949840"/>
            <a:ext cx="1021644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523880" y="604080"/>
            <a:ext cx="94348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111" name="Table 2"/>
          <p:cNvGraphicFramePr/>
          <p:nvPr/>
        </p:nvGraphicFramePr>
        <p:xfrm>
          <a:off x="252360" y="1213920"/>
          <a:ext cx="11634120" cy="542232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2124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2" name="CustomShape 3"/>
          <p:cNvSpPr/>
          <p:nvPr/>
        </p:nvSpPr>
        <p:spPr>
          <a:xfrm>
            <a:off x="3403080" y="3349080"/>
            <a:ext cx="521316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83700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1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057320" y="2770200"/>
            <a:ext cx="10514520" cy="13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425520" y="1265400"/>
            <a:ext cx="11323800" cy="313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2021-08-27T12:14:34Z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