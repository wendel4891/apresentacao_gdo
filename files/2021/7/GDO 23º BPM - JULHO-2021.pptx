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7.xml.rels" ContentType="application/vnd.openxmlformats-package.relationships+xml"/>
  <Override PartName="/ppt/slides/_rels/slide8.xml.rels" ContentType="application/vnd.openxmlformats-package.relationships+xml"/>
  <Override PartName="/ppt/slides/_rels/slide21.xml.rels" ContentType="application/vnd.openxmlformats-package.relationships+xml"/>
  <Override PartName="/ppt/slides/_rels/slide2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7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11.xml.rels" ContentType="application/vnd.openxmlformats-package.relationships+xml"/>
  <Override PartName="/ppt/slides/_rels/slide26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slide30.xml" ContentType="application/vnd.openxmlformats-officedocument.presentationml.slide+xml"/>
  <Override PartName="/ppt/slides/slide5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3480" cy="71316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516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7076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852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64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Mês de Ano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852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644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4196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296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5740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 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</a:t>
                      </a: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MÊS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1" name="CustomShape 2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3" name="Table 2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4" name="CustomShape 3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5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-2160" y="777600"/>
            <a:ext cx="12193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CustomShape 2"/>
          <p:cNvSpPr/>
          <p:nvPr/>
        </p:nvSpPr>
        <p:spPr>
          <a:xfrm>
            <a:off x="556920" y="5843880"/>
            <a:ext cx="536724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0" name="Table 3"/>
          <p:cNvGraphicFramePr/>
          <p:nvPr/>
        </p:nvGraphicFramePr>
        <p:xfrm>
          <a:off x="252000" y="1477440"/>
          <a:ext cx="11694960" cy="382644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63" name="CustomShape 2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693720" y="2670480"/>
            <a:ext cx="1074780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6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7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8" name="CustomShape 4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CustomShape 1"/>
          <p:cNvSpPr/>
          <p:nvPr/>
        </p:nvSpPr>
        <p:spPr>
          <a:xfrm>
            <a:off x="15480" y="777600"/>
            <a:ext cx="1217520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2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73" name="CustomShape 3"/>
          <p:cNvSpPr/>
          <p:nvPr/>
        </p:nvSpPr>
        <p:spPr>
          <a:xfrm>
            <a:off x="556920" y="5843880"/>
            <a:ext cx="536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4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-1080" y="767880"/>
            <a:ext cx="121921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(TRI)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7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DE ANO (UPPER)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2880" y="767880"/>
            <a:ext cx="1218780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160" y="764280"/>
            <a:ext cx="1218888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741960" y="6570000"/>
            <a:ext cx="1079388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4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AGOSTO</a:t>
                      </a: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 DE 2021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5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2160" y="764280"/>
            <a:ext cx="1218888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7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772560" y="2949840"/>
            <a:ext cx="1066896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0" name="CustomShape 2"/>
          <p:cNvSpPr/>
          <p:nvPr/>
        </p:nvSpPr>
        <p:spPr>
          <a:xfrm>
            <a:off x="915840" y="5955480"/>
            <a:ext cx="18882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1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2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98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CustomShape 1"/>
          <p:cNvSpPr/>
          <p:nvPr/>
        </p:nvSpPr>
        <p:spPr>
          <a:xfrm>
            <a:off x="0" y="781560"/>
            <a:ext cx="1219104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REALIZAÇÃO DE OPERAÇÃO LEI SECA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1" name="CustomShape 2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772560" y="2949840"/>
            <a:ext cx="106689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04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05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106" name="CustomShape 4"/>
          <p:cNvSpPr/>
          <p:nvPr/>
        </p:nvSpPr>
        <p:spPr>
          <a:xfrm>
            <a:off x="1283040" y="5938200"/>
            <a:ext cx="293724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3362760" y="2542320"/>
            <a:ext cx="5213160" cy="19184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Apresentar análise que permita identificar as causas do desempenho insatisfatório (farol vermelho), quando isto ocorrer. </a:t>
            </a:r>
            <a:endParaRPr b="0" lang="en-US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0" y="76392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909720" y="2949840"/>
            <a:ext cx="1021644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CustomShape 1"/>
          <p:cNvSpPr/>
          <p:nvPr/>
        </p:nvSpPr>
        <p:spPr>
          <a:xfrm>
            <a:off x="1523880" y="604080"/>
            <a:ext cx="943488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111" name="Table 2"/>
          <p:cNvGraphicFramePr/>
          <p:nvPr/>
        </p:nvGraphicFramePr>
        <p:xfrm>
          <a:off x="252360" y="1213920"/>
          <a:ext cx="11634120" cy="542232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2124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2" name="CustomShape 3"/>
          <p:cNvSpPr/>
          <p:nvPr/>
        </p:nvSpPr>
        <p:spPr>
          <a:xfrm>
            <a:off x="3403080" y="3349080"/>
            <a:ext cx="521316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837000"/>
            <a:ext cx="1219104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11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1057320" y="2770200"/>
            <a:ext cx="10514520" cy="1324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425520" y="1265400"/>
            <a:ext cx="11323800" cy="313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2021-08-27T12:14:34Z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